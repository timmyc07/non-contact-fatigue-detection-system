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2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92833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rPr lang="zh-TW" altLang="en-US" dirty="0">
                <a:latin typeface="HGMinchoE" panose="02020909000000000000" pitchFamily="49" charset="-128"/>
                <a:ea typeface="HGMinchoE" panose="02020909000000000000" pitchFamily="49" charset="-128"/>
              </a:rPr>
              <a:t>結合人臉影像與生理特徵之</a:t>
            </a:r>
            <a:endParaRPr lang="en-US" altLang="zh-TW" dirty="0">
              <a:latin typeface="HGMinchoE" panose="02020909000000000000" pitchFamily="49" charset="-128"/>
              <a:ea typeface="HGMinchoE" panose="02020909000000000000" pitchFamily="49" charset="-128"/>
            </a:endParaRPr>
          </a:p>
          <a:p>
            <a:pPr algn="ctr">
              <a:defRPr sz="4400" b="1"/>
            </a:pPr>
            <a:r>
              <a:rPr lang="zh-TW" altLang="en-US" dirty="0">
                <a:latin typeface="HGMinchoE" panose="02020909000000000000" pitchFamily="49" charset="-128"/>
                <a:ea typeface="HGMinchoE" panose="02020909000000000000" pitchFamily="49" charset="-128"/>
              </a:rPr>
              <a:t>軍用無人機駕駛疲勞監測系統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18328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800"/>
            </a:pPr>
            <a:r>
              <a:rPr lang="zh-TW" altLang="en-US" sz="2200" dirty="0">
                <a:latin typeface="HGSGothicE" panose="020B0900000000000000" pitchFamily="34" charset="-128"/>
                <a:ea typeface="HGSGothicE" panose="020B0900000000000000" pitchFamily="34" charset="-128"/>
              </a:rPr>
              <a:t>組員：李奕辰</a:t>
            </a:r>
            <a:endParaRPr sz="2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研究動機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海上任務長時間待勤、環境單調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駕駛員容易</a:t>
            </a:r>
            <a:r>
              <a:rPr lang="zh-TW" altLang="en-US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產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生疲勞、注意力下降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缺乏即時監測與警示輔助機制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需要一套自動化疲勞偵測系統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研究目標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建立可即時運作的疲勞偵測原型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整合影像、關鍵點、生理訊號分析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提供操作介面與警示顯示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評估系統準確性與穩定度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系統架構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攝影機擷取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→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MediaPipe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臉部偵測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疲勞特徵分析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→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rPPG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生理訊號估測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疲勞評分模型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→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實時狀態判定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桌面控制台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+ Web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儀表板顯示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資料記錄（SQLite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）+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錄影存檔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系統功能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lang="en-US" altLang="zh-TW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即時攝影機預覽與臉部影像擷取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lang="en-US" altLang="zh-TW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多項疲勞特徵辨識（眼睛、頭部、行為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lang="en-US" altLang="zh-TW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rPPG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心率與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HRV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分析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lang="en-US" altLang="zh-TW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疲勞警示與狀態顯示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lang="en-US" altLang="zh-TW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資料記錄與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Web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儀表板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2752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理論基礎</a:t>
            </a:r>
            <a:r>
              <a:rPr dirty="0">
                <a:latin typeface="HGMinchoE" panose="02020909000000000000" pitchFamily="49" charset="-128"/>
                <a:ea typeface="HGMinchoE" panose="02020909000000000000" pitchFamily="49" charset="-128"/>
              </a:rPr>
              <a:t>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MediaPipe：478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個臉部關鍵點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EAR (Eye Aspect Ratio)：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眼睛張合度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PERCLOS：眼睛閉合百分比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頭部姿態估測（solvePnP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虹膜追蹤與瞳孔分析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2752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理論基礎</a:t>
            </a:r>
            <a:r>
              <a:rPr dirty="0">
                <a:latin typeface="HGMinchoE" panose="02020909000000000000" pitchFamily="49" charset="-128"/>
                <a:ea typeface="HGMinchoE" panose="02020909000000000000" pitchFamily="49" charset="-128"/>
              </a:rPr>
              <a:t>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rPPG：非接觸式脈搏訊號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心率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(HR) 與 HRV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分析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多特徵加權評分模型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眨眼、打呵欠、皺眉微表情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綜合判定：正常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/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疲勞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/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困頓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技術實現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硬體：Windows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PC + USB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攝影機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Python 3.10，PySide6，Flask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OpenCV，MediaPipe，NumPy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SQLite 資料庫，mp4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錄影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Web：Flask-SocketIO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實時傳輸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目前成果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✓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系統原型整合與主控台完成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✓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即時預覽與臉部特徵定位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✓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疲勞分析引擎運作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✓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資料記錄與播放功能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✓ Web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儀表板即時顯示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測試結果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功能測試：所有核心功能驗證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效能測試：即時處理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30fps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穩定性：長時間運作正常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待補：量化準確率測試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待補：不同光線與姿勢評估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574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挑戰與解決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挑戰：光線影響偵測準確度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 →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多特徵融合提高</a:t>
            </a:r>
            <a:r>
              <a:rPr lang="zh-TW" altLang="en-US"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穩健性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挑戰：即時性與準確率平衡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 →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分層處理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+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多指標整合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2137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結論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建立結合臉部與生理特徵的系統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所有核心功能已完成驗證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可作為駕駛員安全輔助工具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後續優化準確率與泛化能力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未來展望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擴充更多生理與行為特徵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加入機器學習模型優化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支援多攝影機與多使用者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部署至邊緣運算設備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實際任務環境驗證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429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 dirty="0" err="1">
                <a:latin typeface="HGMinchoE" panose="02020909000000000000" pitchFamily="49" charset="-128"/>
                <a:ea typeface="HGMinchoE" panose="02020909000000000000" pitchFamily="49" charset="-128"/>
              </a:rPr>
              <a:t>參考資料</a:t>
            </a:r>
            <a:endParaRPr dirty="0">
              <a:latin typeface="HGMinchoE" panose="02020909000000000000" pitchFamily="49" charset="-128"/>
              <a:ea typeface="HGMinchoE" panose="02020909000000000000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Google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MediaPipe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Face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Landmarker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OpenCV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Flask-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SocketIO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rPPG</a:t>
            </a: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sz="3200" dirty="0" err="1">
                <a:latin typeface="HGSGothicE" panose="020B0900000000000000" pitchFamily="34" charset="-128"/>
                <a:ea typeface="HGSGothicE" panose="020B0900000000000000" pitchFamily="34" charset="-128"/>
              </a:rPr>
              <a:t>與疲勞偵測相關論文</a:t>
            </a:r>
            <a:endParaRPr sz="3200" dirty="0"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200"/>
            </a:pPr>
            <a:r>
              <a:rPr sz="3200" dirty="0">
                <a:latin typeface="HGSGothicE" panose="020B0900000000000000" pitchFamily="34" charset="-128"/>
                <a:ea typeface="HGSGothicE" panose="020B0900000000000000" pitchFamily="34" charset="-128"/>
              </a:rPr>
              <a:t>• Qt for Python (PySide6)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281</Words>
  <Application>Microsoft Office PowerPoint</Application>
  <PresentationFormat>如螢幕大小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HGMinchoE</vt:lpstr>
      <vt:lpstr>HGSGothicE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奕辰 李</cp:lastModifiedBy>
  <cp:revision>8</cp:revision>
  <dcterms:created xsi:type="dcterms:W3CDTF">2013-01-27T09:14:16Z</dcterms:created>
  <dcterms:modified xsi:type="dcterms:W3CDTF">2026-05-26T16:13:35Z</dcterms:modified>
  <cp:category/>
</cp:coreProperties>
</file>