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82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/>
            </a:pPr>
            <a:r>
              <a:rPr dirty="0" err="1"/>
              <a:t>軍用無人機駕駛疲勞監測系統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/>
            </a:pPr>
            <a:r>
              <a:rPr dirty="0" err="1"/>
              <a:t>結合人臉影像與生理特徵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4297680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ctr">
              <a:defRPr sz="1800"/>
            </a:pPr>
            <a:r>
              <a:rPr lang="zh-TW" altLang="en-US" dirty="0"/>
              <a:t>組員：李奕辰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研究動機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海上任務長時間待勤、環境單調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駕駛員容易產生疲勞、注意力下降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缺乏即時監測與警示輔助機制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需要一套自動化疲勞偵測系統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研究目標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建立可即時運作的疲勞偵測原型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整合影像、關鍵點、生理訊號分析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提供操作介面與警示顯示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評估系統準確性與穩定度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攝影機擷取 → MediaPipe 臉部偵測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疲勞特徵分析 → rPPG 生理訊號估測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疲勞評分模型 → 實時狀態判定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桌面控制台 + Web 儀表板顯示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資料記錄（SQLite）+ 錄影存檔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系統功能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即時攝影機預覽與臉部影像擷取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多項疲勞特徵辨識（眼睛、頭部、行為）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rPPG 心率與 HRV 分析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疲勞警示與狀態顯示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資料記錄與 Web 儀表板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理論基礎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MediaPipe：478 個臉部關鍵點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EAR (Eye Aspect Ratio)：眼睛張合度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PERCLOS：眼睛閉合百分比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頭部姿態估測（solvePnP）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虹膜追蹤與瞳孔分析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理論基礎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rPPG：非接觸式脈搏訊號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心率 (HR) 與 HRV 分析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多特徵加權評分模型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眨眼、打呵欠、皺眉微表情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綜合判定：正常 / 疲勞 / 困頓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技術實現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硬體：Windows PC + USB 攝影機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Python 3.10，PySide6，Flask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OpenCV，MediaPipe，NumPy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SQLite 資料庫，mp4 錄影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Web：Flask-SocketIO 實時傳輸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目前成果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系統原型整合與主控台完成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即時預覽與臉部特徵定位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疲勞分析引擎運作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資料記錄與播放功能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✓ Web 儀表板即時顯示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測試結果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功能測試：所有核心功能驗證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效能測試：即時處理 30fps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穩定性：長時間運作正常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待補：量化準確率測試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待補：不同光線與姿勢評估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挑戰與解決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挑戰：光線影響偵測準確度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  → 多特徵融合提高鲁棒性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挑戰：即時性與準確率平衡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  → 分層處理 + 多指標整合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建立結合臉部與生理特徵的系統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所有核心功能已完成驗證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可作為駕駛員安全輔助工具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後續優化準確率與泛化能力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未來展望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擴充更多生理與行為特徵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加入機器學習模型優化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支援多攝影機與多使用者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部署至邊緣運算設備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實際任務環境驗證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參考資料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Google MediaPipe Face Landmarker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OpenCV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Flask-SocketIO Framework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rPPG 與疲勞偵測相關論文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/>
            </a:pPr>
            <a:r>
              <a:t>• Qt for Python (PySide6)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264</Words>
  <Application>Microsoft Office PowerPoint</Application>
  <PresentationFormat>如螢幕大小 (4:3)</PresentationFormat>
  <Paragraphs>92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奕辰 李</cp:lastModifiedBy>
  <cp:revision>2</cp:revision>
  <dcterms:created xsi:type="dcterms:W3CDTF">2013-01-27T09:14:16Z</dcterms:created>
  <dcterms:modified xsi:type="dcterms:W3CDTF">2026-05-26T13:54:28Z</dcterms:modified>
  <cp:category/>
</cp:coreProperties>
</file>